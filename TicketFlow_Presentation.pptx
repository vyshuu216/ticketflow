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182CE"/>
                </a:solidFill>
              </a:rPr>
              <a:t>TicketFlow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</a:rPr>
              <a:t>MERN Support Ticket Management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0"/>
                </a:solidFill>
              </a:rPr>
              <a:t>A professional, full-stack, real-time solution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u="sng" dirty="0">
                <a:solidFill>
                  <a:srgbClr val="3182CE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What is TicketFlow?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A modern, highly-responsive web-based Support Ticket Management System built to handle user inquiries, agent assignments, and admin monitoring efficiently.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Key Objectives: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Provide a streamlined, user-friendly, and cost-effective support platform.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Eliminate the complexity and high costs of existing systems.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Ensure real-time communication between users, agents, and admins.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u="sng" dirty="0">
                <a:solidFill>
                  <a:srgbClr val="3182CE"/>
                </a:solidFill>
              </a:rPr>
              <a:t>Architecture &amp;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Frontend (Client)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React.js with Vite for high performance.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Context API for state management &amp; custom Axios hooks.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Fully responsive custom CSS (mobile-first approach).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Backend (Server)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Node.js &amp; Express.js for REST APIs.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MongoDB (Mongoose) for schema modeling and scalable storage.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Socket.IO for real-time WebSocket communication.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</a:rPr>
              <a:t>• JWT (JSON Web Tokens) for secure Authentication.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u="sng" dirty="0">
                <a:solidFill>
                  <a:srgbClr val="3182CE"/>
                </a:solidFill>
              </a:rPr>
              <a:t>Core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Ticket Management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Create, filter, search, and track statuses (Open &gt; In Progress &gt; Resolved &gt; Closed).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Multi-level priority with dynamic Service Level Agreement (SLA) timers.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Drag &amp; drop file attachments, internal notes, and rating systems.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User &amp; Role Management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Role-Based Access Control (Admin, Agent, User).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Automatic ticket assignments leveraging agent workload (Round-Robin).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Real-time Interactivity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Live comments with typing indicators via Socket.IO.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0AEC0"/>
                </a:solidFill>
              </a:rPr>
              <a:t>• Real-time notifications and dashboard stat sync.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u="sng" dirty="0">
                <a:solidFill>
                  <a:srgbClr val="3182CE"/>
                </a:solidFill>
              </a:rPr>
              <a:t>Analytics &amp; Knowledge Base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Admin Dashboard &amp; Logging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Daily activity charts and data visualizations.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Category &amp; priority breakdowns for ticket distribution.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Agent workload tracking &amp; performance metrics.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SLA breach monitoring and resolution rates.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Data exporting to CSV.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Knowledge Base (FAQs)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Searchable FAQ articles.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Category-based filtering and accordion-style UI elements.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u="sng" dirty="0">
                <a:solidFill>
                  <a:srgbClr val="3182CE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Impact &amp; Value: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TicketFlow drastically reduces resolution times by centralizing communications.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The MERN stack ensures high-performance, scalability, and easy deployments.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Potential Enhancements: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Integration with Third-Party Platforms (Slack, Email routing).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AI-driven ticket sentiment analysis and automated responses.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EC0"/>
                </a:solidFill>
              </a:rPr>
              <a:t>• More robust reporting templates and scheduled exports.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182CE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</a:rPr>
              <a:t>Questions &amp; Answers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2026-04-10T04:41:07Z</dcterms:created>
  <dcterms:modified xsi:type="dcterms:W3CDTF">2026-04-10T04:41:07Z</dcterms:modified>
</cp:coreProperties>
</file>