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01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TicketFlow Support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4663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Confidential &amp; Internal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0F2FE"/>
                </a:solidFill>
              </a:rPr>
              <a:t>TicketFlow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</a:rPr>
              <a:t>Next-Generation MERN Support Ticket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</a:rPr>
              <a:t>Robust. Scalable. Real-Time.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The Problem &amp; 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Existing support software is overly complex &amp; cluttered.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Enterprise tiers are extremely expensive.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Lack of seamless real-time notifications out of the box.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Our Solution (TicketFlow)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A streamlined, intuitive dark-mode interface.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Built purely on open-source (MERN).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Lightning-fast WebSockets for live updates.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Intelligent SLA tracking &amp; workload mapping.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High-Level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AFB"/>
                </a:solidFill>
              </a:rPr>
              <a:t>React Frontend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0" y="2286000"/>
            <a:ext cx="731520" cy="365760"/>
          </a:xfrm>
          <a:prstGeom prst="rightArrow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22860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Node/Express 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4688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+ Socket.IO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371600"/>
            <a:ext cx="1828800" cy="2286000"/>
          </a:xfrm>
          <a:prstGeom prst="cloud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3232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A248"/>
                </a:solidFill>
              </a:rPr>
              <a:t>MongoDB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React &amp; Vite Frontend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Key Technologies: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()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&lt;AuthProvider&gt;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&lt;SocketProvider&gt;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&lt;Router /&gt;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&lt;/SocketProvider&gt;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&lt;/AuthProvider&gt;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• Vite Compiler: Superfast HMR, optimized builds.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• Context API: Global state without Redux overhead (AuthContext, SocketContext).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• Modular Components: Separated into layout, pages, ui, and feature boundaries.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• Dynamic Styling: Custom dark theme with CSS Grid &amp; Flexbox.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Real-Time WebSocket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Why WebSockets?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HTTP is stateless. For a support system, refreshing to see new messages is unacceptable. We bridge the server-client gap seamlessly.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[Socket.IO] User admin@demo.com connected (ID: zX9_23k)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[Socket.IO] Joined room: ticket_64f1A...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 Emitting 'new_comment' to room ticket_64f1A...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 Emitting 'typing_indicator' to Agent channel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Node.js &amp; Express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RESTful API &amp; Middleware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Security-First: JWT access &amp; refresh tokens.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Validation: Strict schema sanitization to prevent NoSQL injection.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File Handling: Multer implementation for drag &amp; drop file attachments.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Advanced Routing: Controller-Service-Route architecture separation.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GET /api/tickets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Filtering, Pagination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PUT /api/tickets/:id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Update Status &amp; SLA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3291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 /api/users/auth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Token Rotation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Database: MongoDB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Schema Relationships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In MongoDB Native JSON format, our collections interact gracefully via ObjectIds: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TICKETS COLLECTION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_id: '64f..1',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'Server Error',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requester: ObjectId('...'),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agent: ObjectId('...'),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'In Progress'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84048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USERS COLLECTION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_id: '...',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'Agent',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activeTickets: 4, // Workload limit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slaBreaches: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A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Enterprise Analytics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200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Dashboard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Tickets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Network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Settings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6459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New Tickets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1,452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16459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Avg Response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1.2 Hrs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16459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13716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Critial SLAs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2194560"/>
            <a:ext cx="566928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0" y="2926080"/>
            <a:ext cx="5669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[ Dynamic Chart.js Analytics Visualization 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Intelligent Under-The-Hood Algorithms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Agent Assignment Algorithm (Round Robin)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System checks all Agents → Filters by 'Online' → Sorts by current workload → Assigns ticket to lightest workload.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Dynamic SLA Calculation Logic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• CRITICAL Priority → Resolves in 2 hours.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• HIGH Priority → Resolves in 8 hours.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• MEDIUM Priority → Resolves in 24 hours.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• LOW Priority → Resolves in 72 hours.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* Node server cron-jobs automatically flag/breach tickets nearing expiry.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</a:rPr>
              <a:t>Summary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Achieved Scope: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Full authentication, encryption, &amp; JWT lifecycle.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Sophisticated multi-user real-time interaction.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Complete Admin panel &amp; metric visualization.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Future Roadmap: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Multi-language support mapping (i18n).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Agent sentiment analysis using open-source AI models.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• Seamless ticketing via email parsing (SMTP integration).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PresentationFormat>On-screen Show 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Vyshnavi Samudrala</cp:lastModifiedBy>
  <cp:revision>1</cp:revision>
  <dcterms:created xsi:type="dcterms:W3CDTF">2026-04-10T04:46:51Z</dcterms:created>
  <dcterms:modified xsi:type="dcterms:W3CDTF">2026-04-10T04:49:34Z</dcterms:modified>
</cp:coreProperties>
</file>